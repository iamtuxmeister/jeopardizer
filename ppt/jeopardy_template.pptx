
<file path=[Content_Types].xml><?xml version="1.0" encoding="utf-8"?>
<Types xmlns="http://schemas.openxmlformats.org/package/2006/content-types">
  <Default Extension="fntdata" ContentType="application/x-fontdata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8"/>
    </p:embeddedFont>
    <p:embeddedFont>
      <p:font typeface="Della Respira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5" autoAdjust="0"/>
    <p:restoredTop sz="94715" autoAdjust="0"/>
  </p:normalViewPr>
  <p:slideViewPr>
    <p:cSldViewPr snapToGrid="0" snapToObjects="1">
      <p:cViewPr>
        <p:scale>
          <a:sx n="157" d="100"/>
          <a:sy n="157" d="100"/>
        </p:scale>
        <p:origin x="228" y="1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{A1_200}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{A1_400}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{A1_600}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{A1_800}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{A1_1000}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{A2_200}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{A2_400}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{A2_600}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{A2_800}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{A2_1000}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{A3_200}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{A3_400}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{A3_600}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{A3_800}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{A3_1000}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{A4_200}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{A4_400}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{A4_600}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{A4_800}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{A4_1000}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{A5_200}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{A5_400}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{A5_600}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{A5_800}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{A5_1000}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{A6_200}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{A6_400}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{A6_600}</a:t>
            </a: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7834a636a1_1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7834a636a1_1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{A6_800}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{A6_1000}</a:t>
            </a: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13" name="Google Shape;113;p5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➢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71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3" Type="http://schemas.openxmlformats.org/officeDocument/2006/relationships/slide" Target="slide3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2" Type="http://schemas.openxmlformats.org/officeDocument/2006/relationships/notesSlide" Target="../notesSlides/notesSlide2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32" Type="http://schemas.openxmlformats.org/officeDocument/2006/relationships/slide" Target="slide32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slide" Target="slide28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31" Type="http://schemas.openxmlformats.org/officeDocument/2006/relationships/slide" Target="slide31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Relationship Id="rId30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bebas-neue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1001fonts.com/della-respira-fon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Your Presentation Title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{CATEGORY_1}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{CATEGORY_2}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{CATEGORY_3}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{CATEGORY_4}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595305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{CATEGORY_5}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72981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{CATEGORY_6}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/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4" action="ppaction://hlinksldjump"/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5" action="ppaction://hlinksldjump"/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6" action="ppaction://hlinksldjump"/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7" action="ppaction://hlinksldjump"/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8" action="ppaction://hlinksldjump"/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9" action="ppaction://hlinksldjump"/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0" action="ppaction://hlinksldjump"/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1" action="ppaction://hlinksldjump"/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2" action="ppaction://hlinksldjump"/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3" action="ppaction://hlinksldjump"/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4" action="ppaction://hlinksldjump"/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5" action="ppaction://hlinksldjump"/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6" action="ppaction://hlinksldjump"/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7" action="ppaction://hlinksldjump"/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8" action="ppaction://hlinksldjump"/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19" action="ppaction://hlinksldjump"/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0" action="ppaction://hlinksldjump"/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1" action="ppaction://hlinksldjump"/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2" action="ppaction://hlinksldjump"/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 r:id="rId23" action="ppaction://hlinksldjump"/>
          </p:cNvPr>
          <p:cNvSpPr txBox="1"/>
          <p:nvPr/>
        </p:nvSpPr>
        <p:spPr>
          <a:xfrm>
            <a:off x="5949425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r:id="rId24" action="ppaction://hlinksldjump"/>
          </p:cNvPr>
          <p:cNvSpPr txBox="1"/>
          <p:nvPr/>
        </p:nvSpPr>
        <p:spPr>
          <a:xfrm>
            <a:off x="5949425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5" name="Google Shape;265;p17">
            <a:hlinkClick r:id="rId25" action="ppaction://hlinksldjump"/>
          </p:cNvPr>
          <p:cNvSpPr txBox="1"/>
          <p:nvPr/>
        </p:nvSpPr>
        <p:spPr>
          <a:xfrm>
            <a:off x="5949425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6" name="Google Shape;266;p17">
            <a:hlinkClick r:id="rId26" action="ppaction://hlinksldjump"/>
          </p:cNvPr>
          <p:cNvSpPr txBox="1"/>
          <p:nvPr/>
        </p:nvSpPr>
        <p:spPr>
          <a:xfrm>
            <a:off x="5949425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7" name="Google Shape;267;p17">
            <a:hlinkClick r:id="rId27" action="ppaction://hlinksldjump"/>
          </p:cNvPr>
          <p:cNvSpPr txBox="1"/>
          <p:nvPr/>
        </p:nvSpPr>
        <p:spPr>
          <a:xfrm>
            <a:off x="5949425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8" name="Google Shape;268;p17">
            <a:hlinkClick r:id="rId28" action="ppaction://hlinksldjump"/>
          </p:cNvPr>
          <p:cNvSpPr txBox="1"/>
          <p:nvPr/>
        </p:nvSpPr>
        <p:spPr>
          <a:xfrm>
            <a:off x="7298243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9" name="Google Shape;269;p17">
            <a:hlinkClick r:id="rId29" action="ppaction://hlinksldjump"/>
          </p:cNvPr>
          <p:cNvSpPr txBox="1"/>
          <p:nvPr/>
        </p:nvSpPr>
        <p:spPr>
          <a:xfrm>
            <a:off x="7298243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0" name="Google Shape;270;p17">
            <a:hlinkClick r:id="rId30" action="ppaction://hlinksldjump"/>
          </p:cNvPr>
          <p:cNvSpPr txBox="1"/>
          <p:nvPr/>
        </p:nvSpPr>
        <p:spPr>
          <a:xfrm>
            <a:off x="7298243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1" name="Google Shape;271;p17">
            <a:hlinkClick r:id="rId31" action="ppaction://hlinksldjump"/>
          </p:cNvPr>
          <p:cNvSpPr txBox="1"/>
          <p:nvPr/>
        </p:nvSpPr>
        <p:spPr>
          <a:xfrm>
            <a:off x="7298243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2" name="Google Shape;272;p17">
            <a:hlinkClick r:id="rId32" action="ppaction://hlinksldjump"/>
          </p:cNvPr>
          <p:cNvSpPr txBox="1"/>
          <p:nvPr/>
        </p:nvSpPr>
        <p:spPr>
          <a:xfrm>
            <a:off x="7298243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7"/>
                                            </p:cond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3"/>
                                            </p:cond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9"/>
                                            </p:cond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2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{Q1_200}</a:t>
            </a:r>
            <a:endParaRPr dirty="0"/>
          </a:p>
        </p:txBody>
      </p:sp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{CATEGORY_1}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793BEC39-F3F8-AD1E-3925-CD18909F910D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EE4C108B-0B16-C930-E287-F5EA85666A57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4D670B7A-9458-26CC-DDEC-0D752D7A0D90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0DA72B9F-7B14-3D79-D912-E9DEB1F04B95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B4A2FF18-71E6-1F5F-522B-FB6AAD485264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8" name="Count1">
            <a:extLst>
              <a:ext uri="{FF2B5EF4-FFF2-40B4-BE49-F238E27FC236}">
                <a16:creationId xmlns:a16="http://schemas.microsoft.com/office/drawing/2014/main" id="{0D356DA8-CCD8-65A6-5B62-4FC1718DEEC7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" name="TimeOut">
            <a:hlinkClick r:id="" action="ppaction://macro?name=RestartCountdown"/>
            <a:extLst>
              <a:ext uri="{FF2B5EF4-FFF2-40B4-BE49-F238E27FC236}">
                <a16:creationId xmlns:a16="http://schemas.microsoft.com/office/drawing/2014/main" id="{5A464359-159E-E103-6ECE-B7FEAFABEC7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times-up">
            <a:hlinkClick r:id="" action="ppaction://media"/>
            <a:extLst>
              <a:ext uri="{FF2B5EF4-FFF2-40B4-BE49-F238E27FC236}">
                <a16:creationId xmlns:a16="http://schemas.microsoft.com/office/drawing/2014/main" id="{A8A9F898-5B7E-3815-B98E-1E35EA5947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8" grpId="0"/>
      <p:bldP spid="8" grpId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{Q1_400}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{CATEGORY_1}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9AEF396D-D267-4321-CBCD-DFDF99E81989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AB928DEE-8932-66D6-47C6-526FFA593235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3FDFACFE-F8B0-B062-724E-3A082B215D63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24B4E664-6EE5-B4A8-809D-C2CC86153C5A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A01B20D6-C56D-020E-2CEF-49D0AE973C41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A84E927B-0A91-7451-A392-E9321D8FA531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D9C44ED9-04FB-C126-41DC-E44660C8C1C4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890456F2-BB39-A909-8279-2CC76305C7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{Q1_600}</a:t>
            </a:r>
            <a:endParaRPr dirty="0"/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{CATEGORY_1}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CFE61CAF-EA16-73A4-A496-1C61C359F227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C4C140D8-7E4C-3F17-8EBC-513A1A5103AE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92A741AB-C9BF-E6A1-66D8-8C050A58881B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7AF2657B-A340-0DAF-F95D-105B3DA15696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4D5B4B4B-29F2-C9E6-F91E-D233B24DA3CC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4AEBDE32-47C2-AA19-7028-AAEE81EA6E90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AD0BF24D-2CDE-C5F7-7DDE-871AD48EF41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0DEF66A3-9B89-8DCD-AEFC-579B4484C1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{Q1_800}</a:t>
            </a:r>
            <a:endParaRPr dirty="0"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{CATEGORY_1}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DDA152BA-0AD5-2B18-70A3-A19BBFBB7C5B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B281228D-7729-B579-ABF2-3FF09A188EAF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1AE49431-D700-A17D-A5C1-36C5A642A980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C93F5E6E-28E3-9415-24A4-26CA2295E78A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4999843D-CFF6-151A-135A-5D2202DFEB20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E6D99862-2967-9F2F-D28B-3B78A4A46EA4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F978F7F3-5AF7-DF2C-FE3A-979EF5AE962A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155F769B-29E2-B570-ED74-E805C288C2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{Q1_1000}</a:t>
            </a:r>
            <a:endParaRPr dirty="0"/>
          </a:p>
        </p:txBody>
      </p:sp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{CATEGORY_1}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4380DEEA-C211-8BAD-2FF1-DBABD954641D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6C99087C-13DB-BDFB-4F8D-2FF54C62D663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4CD79416-3E6A-1FE4-0DE1-0E2EE1BF9C7C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08C75B98-ED01-3258-0615-6D5AB4F8FF0B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485BD17F-3922-9F92-4C39-493960D4A108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4845FF6E-C447-B464-D58D-6AF58245C572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67D771AA-D69A-A2DF-0742-AC4A5D1ADA04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EAC39906-BD0C-0131-774A-5DEDD25D5E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{Q2_200}</a:t>
            </a:r>
            <a:endParaRPr dirty="0"/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{CATEGORY_2}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CFEE7AB6-3E64-1E15-B3CA-B26AC124ECC1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66260F44-A241-AE1E-C61C-9A0717FAA5C7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902365B2-E165-8C11-3B42-C16D0141AF61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09A02500-E127-4789-E817-C982B696F50F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CCBF94C4-E4B2-DF91-9F86-87FE22FEE204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294A1EAD-A406-E67D-AE1D-103381154139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7683ABBA-A9FB-8DE6-C96A-8945CA439B0F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B408D918-7D9D-7445-EAE3-DD230C61E4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{Q2_400}</a:t>
            </a:r>
            <a:endParaRPr dirty="0"/>
          </a:p>
        </p:txBody>
      </p:sp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{CATEGORY_2}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2BA9D29F-5684-B2E1-2B92-42E9DFF66703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DE650204-BB33-22DC-C473-F55873E4FC09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9F40FCB8-CF32-F019-407C-8B682CD89F58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8C4FE3AC-EAB2-4F3B-2BCC-4EAD4D2A3E92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EEA838B2-CC5B-C1D7-EB3A-6DCFF8C1B1E9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9C347CEC-D473-C0D6-20FF-3E33D42E37CD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182757BF-04BB-9E42-BDA9-1BB0733EE6A9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B1B2EA4A-C970-F4E3-E70E-392904940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{Q2_600}</a:t>
            </a:r>
            <a:endParaRPr dirty="0"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{CATEGORY_2}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78CC54B8-9437-9AA4-0691-FA3456E7C1A6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6F93BD73-09D0-6584-C8A4-B2B9DEE27E75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C6596F34-0E61-B572-BBDD-5F1A1FC39583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07DF04E0-3B13-9D67-2D0D-9FD42F1DCBD2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A8F1839E-AAFA-5830-37AA-2F7ABB3A324A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AD2B1BB1-F6D8-8CB8-3EF8-5E72F406DD37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02539A1D-0383-8B70-EE9B-8CC589B555CF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E641A24B-E44C-B25C-F318-2DA3BA7D6E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{Q2_800}</a:t>
            </a:r>
            <a:endParaRPr dirty="0"/>
          </a:p>
        </p:txBody>
      </p:sp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{CATEGORY_2}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8948770A-77F0-8833-6E6A-0F86E9C58338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C93B5090-BAD9-FC83-9D54-F3689F076190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6DCE9AB8-7F52-F569-B61F-1CA254463A7D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6CF494F6-5B5F-A32B-2C29-7919FB720074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4EF36297-616E-C002-E54F-C1877DCCBA4B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194D0936-400B-FA3F-5D8B-B9741AC427E7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7C70B0AF-499F-7703-C562-DE6B3FD37D86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C17BB496-247B-D37D-EEA3-55664C2D41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{Q2_1000}</a:t>
            </a:r>
            <a:endParaRPr dirty="0"/>
          </a:p>
        </p:txBody>
      </p:sp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{CATEGORY_2}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DCE86F62-0DA6-8992-02FD-FF2A26DCCD6B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58C67E49-6EEF-D9F3-3E4A-9A67944297DA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52328500-AC02-4D2B-A140-6C26899E909F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B5836702-2DEF-D876-B95C-912A1D52759B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AFF26C0E-15FE-7A90-57F0-8B8B5CBAD228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ABF3EEA6-3E27-918D-C1C3-A0E786A77085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2F253D64-115A-C341-4AE0-2D3ECCD15330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3F81098B-723F-97EC-9BB4-7F6CB9DD00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{Q3_200}</a:t>
            </a:r>
            <a:endParaRPr dirty="0"/>
          </a:p>
        </p:txBody>
      </p:sp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{CATEGORY_3}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A387393A-4DD8-2E76-7E70-B295E435C16C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462AAB6D-3163-76A2-3DA8-8D9C93FD72C2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61E78393-28ED-4F90-2A67-77F9B73CBA45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6B54B50C-9B48-85F3-4BB5-486D0EF73218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7624138C-AF3C-8894-3F31-4691A5D54FE6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7FACF5DE-24C4-6536-041E-36023BE45649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B8F4042F-2C3E-8674-A92C-AA03893C307A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2E109F87-EDA4-9DF6-7957-54555F818C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{Q3_400}</a:t>
            </a:r>
            <a:endParaRPr dirty="0"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{CATEGORY_3}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C896C77C-9AF8-1BD9-B93A-2B651DB10A5B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B382C581-A373-FDD1-08FA-E1D4B7794ABD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13D0BE66-F0FD-4FCC-3A2D-E2EEE1081FDB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1D030D10-180B-965C-D3EC-04AC19F2C007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44EB27CE-16B4-DDA7-C9CC-56637AFD2BC5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1F1832EE-4056-FC2E-08F8-06C7696A5C00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01511BDE-43EE-E6E0-A8CB-FBFA0864EECA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E5EC9CDC-296E-FA1C-60B6-178971A829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{Q3_600}</a:t>
            </a:r>
            <a:endParaRPr dirty="0"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{CATEGORY_3}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33046FDF-5A82-0DAD-258A-8E5453791D49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72606B8C-29CA-77FA-AD24-F31E1514839C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BBDF1430-D4D4-8CA7-14D5-11DF4AFD2DD7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4A3A3108-4878-68CF-2AE3-F13D4C6F9F91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7C4D944B-8F52-DB46-929F-C038C56A7372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4BAEBD21-B5EE-5E8D-4D49-C3D4705F0A9D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F4C1F1DF-F168-E70F-1EEE-48BE28AEA08A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883F103F-015F-E806-BF14-B96EFD95F3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{Q3_800}</a:t>
            </a:r>
            <a:endParaRPr dirty="0"/>
          </a:p>
        </p:txBody>
      </p:sp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{CATEGORY_3}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FB0EAA86-E750-072D-95D5-137134E68B42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26526478-E34E-FB7D-D4A4-B51086A9C762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D4AFB132-77B3-AE23-748A-679A48755F14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30830E29-483A-EA1E-3893-8558C333300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98AF8BF2-09A6-4601-B63B-91B20C7BF742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7970B1A1-996B-BFD6-AAA3-FBFD8D08393F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B2C932F2-C6D9-83A9-422B-A8740900E51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99E4C09B-B3FA-9BD1-2E05-6173DCAA8F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{Q3_1000}</a:t>
            </a:r>
            <a:endParaRPr dirty="0"/>
          </a:p>
        </p:txBody>
      </p:sp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{CATEGORY_3}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B7C2CC9E-849F-F696-68EA-AA7CC302A414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F2909D1A-9486-7D92-E7D9-CD525A613C2A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27D5867A-78F9-993D-8410-2922A6DD2B71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CE782C58-754F-4C46-717A-6B60052646DD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8482FE71-826C-6505-4822-17E5A39A7317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0A6E1112-E77D-42E8-6211-B1DF34890E6D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6BC3FC18-CC5A-EC68-1B02-46AE13891759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C9F5F954-3327-560F-B748-CCC8527BD3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{Q4_200}</a:t>
            </a:r>
            <a:endParaRPr dirty="0"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{CATEGORY_4}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8E3F8432-0751-1E06-5771-8E5363F47BF7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DEC4953F-BDCA-5F64-E380-3E36437E4FE5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DAC9CA30-6218-0F16-565B-B78E48BFA7FD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8FAA51CD-952B-AA7E-00DA-D641B31317C9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39E1B981-E732-FC61-2CEC-3123AABCAB04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6C74D8E7-228B-EC8D-F8A4-27A4CAACEED1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88CDF8F2-08C1-7027-CCF5-8FB9400A46B9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DE86C3DB-C82D-2E69-7990-27005D402E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{Q4_400}</a:t>
            </a:r>
            <a:endParaRPr dirty="0"/>
          </a:p>
        </p:txBody>
      </p:sp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{CATEGORY_4}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A18D8464-384B-C823-6E65-71D0E67AC7F3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A98C72D1-0F13-7437-D20D-6B40BDCF1AE4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36C6E379-8254-1708-F85E-BA2016767F44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AAE9E7ED-2918-31B0-45A3-056F0649FE8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D14298E6-D6FA-73CD-5775-866B383BDA99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F97A6964-2515-3B58-B4EF-C5C673BCBA22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7440655A-0A10-56A2-FAB2-BA0855B6CC96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AE3AC245-A883-F592-9CA7-0D0610ADDD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{Q4_600}</a:t>
            </a:r>
            <a:endParaRPr dirty="0"/>
          </a:p>
        </p:txBody>
      </p:sp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{CATEGORY_4}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56D02B80-C116-2D23-5378-30229E6855E9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A398C9E3-AD08-6016-269D-72391BD51F95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4C315F18-7835-8E42-8134-281FC2B4C8AC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6CFDF0C3-3721-886D-4FA8-B3C840A8525F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B769DC58-2199-7F93-5B9D-07AAFAAD1215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56F3F7D8-F4AF-523B-E670-B6CFD1AB8345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E8B452A0-3455-F4AC-5F16-C324FDCFAAE4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05ADE772-312E-9214-825B-8EBBD5204A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{Q4_800}</a:t>
            </a:r>
            <a:endParaRPr dirty="0"/>
          </a:p>
        </p:txBody>
      </p:sp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{CATEGORY_4}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7731735D-6A83-1FF5-31CB-435FAF6AEE46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EE34DB7F-0EF7-D64A-A6C3-D5D3565B7A82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FAA5BF30-1B00-00D0-E757-4DFB186C8FE9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8619CCCC-EB94-8002-ADB5-8E6A929F80B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7AE43D16-2497-8D6B-4A2C-5F8C308EFCA9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1C1824A4-F79C-07F1-ED4F-0DA39333FE4E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4B0BCA07-E247-8A97-37D3-6604BA91C667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255CE432-09FE-00B2-70EE-3DB7F52547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{Q4_1000}</a:t>
            </a:r>
            <a:endParaRPr dirty="0"/>
          </a:p>
        </p:txBody>
      </p:sp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{CATEGORY_4}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4DCDB775-4756-5E2F-5AD8-4FE8A397911D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8300436D-CC35-0BD8-9C62-E53D1DA1C1AC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5150E91B-3F09-A8C1-D879-20CFF66C0A2B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F1B727AE-EE27-3F57-9B53-86609FA18110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578E3670-3B7F-23C7-B271-E8E012D2D670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77AC174E-1BCB-3140-48D9-2E81FC9E03BD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11DE60D0-2149-AB2D-0092-66C6D4B69D4C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896D2E63-0484-D724-564B-6FC6556680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{Q5_200}</a:t>
            </a:r>
            <a:endParaRPr dirty="0"/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{CATEGORY_5}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A289A544-20F2-85B4-5128-8DD109FEA855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C3DFECFF-913E-326D-30F1-6B91A3E11112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662A89DC-38E4-1D3B-D81A-5D706CA79D6F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62B16EAF-42CA-84CB-1AA6-2BF24549DBAC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9176B006-1274-A5F8-796A-56248799FD90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115E6D67-17F6-4BCB-28CA-1251C0C7A7AE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A69941FD-9ADC-A45B-13DF-32EDB0F0124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738EBD0E-946C-96B3-6030-08B6CE6B3D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{Q5_400}</a:t>
            </a:r>
            <a:endParaRPr dirty="0"/>
          </a:p>
        </p:txBody>
      </p:sp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{CATEGORY_5}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7AD89D14-BC0D-44FE-2AD2-95070E4B84FA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3BBEABBA-ECDC-9A54-C848-6D44EB88B53D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16EF4E97-E3DF-1C10-3B08-F2B0DB678834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DD0D0D03-DF4E-6A37-D7C2-C4AD46E28871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EE96FA92-63F9-A307-E82A-6156DD5551B6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FA052610-A882-6826-054C-881FFBDA2789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F011E268-A493-EF5D-D610-06CBA2213E9A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3E7BE35A-B377-B168-3B59-D859D078C3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{Q5_600}</a:t>
            </a:r>
            <a:endParaRPr dirty="0"/>
          </a:p>
        </p:txBody>
      </p:sp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{CATEGORY_5}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C3D30D2D-1DBF-F15F-20C3-42F2A62D4F9C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BD32DB4C-2BA4-B77B-54E2-6804305FCA7C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98B250A7-8C97-245D-50A5-A7B617F56B2C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3CC74F16-86B4-F853-3D95-F665C899D4A9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0D0DDFA0-4205-F3E8-23DE-F2496C8E5364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9E05FA8C-AC8E-ED06-EC50-CB5B2888F7E2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4B335029-7919-7509-5774-EEA86DCEE8B7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FD2D1BDE-5F67-0F2B-CC01-3E8912AA1C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{Q5_800}</a:t>
            </a:r>
            <a:endParaRPr dirty="0"/>
          </a:p>
        </p:txBody>
      </p:sp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{CATEGORY_5}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DF9EDAD5-CE6B-E093-87E5-A61464433400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483B89A8-33C8-3173-B3B4-FD8A19AF01C9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7F074ABE-FF14-E7A3-829F-937904CC2924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2D9B1B36-69A4-BB03-4CCA-1E4F50E23FD1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5D9F6EC3-B7D7-FB1F-4AC1-AB9092613162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3BDB55A7-5F4A-6807-1018-76C48D9E612E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47C9A94D-17ED-E139-2996-69F9D0206154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404A234E-DD85-6263-DFD0-290505C4F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{Q5_1000}</a:t>
            </a:r>
            <a:endParaRPr dirty="0"/>
          </a:p>
        </p:txBody>
      </p:sp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{CATEGORY_5}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3962A1EA-F326-C1E9-6204-F4DCAD7F2A23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1F76ADC0-AFD6-6848-68F5-14758DBBCBE8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554C4A32-4A5F-EEFC-D00A-F375DD9B34A9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27555692-CADD-E894-91AD-D3D8E173D7F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2539EDB4-7835-B84E-230C-AD49C3054EE9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7FDA41FD-16B7-A704-968E-DE1AF0618CE3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FB109563-2551-B159-0013-3983074F1D7D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F8A1E971-0DEC-33D9-CF2B-7BDD38E116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{Q6_200}</a:t>
            </a:r>
            <a:endParaRPr dirty="0"/>
          </a:p>
        </p:txBody>
      </p:sp>
      <p:sp>
        <p:nvSpPr>
          <p:cNvPr id="428" name="Google Shape;428;p4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{CATEGORY_6}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16A955DB-6948-8F1A-C239-7CC7364EC94B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9C1E3D97-ACE3-076B-0558-2E3F01DBF18C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7C359854-C5C4-E3DA-2C9D-16DF32841C6E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24845E0A-17E0-AD5B-5E94-BD3509FFCCE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20E7562C-18AA-D392-4E01-4E46F307836A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C070FAD0-F0D8-C204-DBA4-24996AFE48C0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8D39EAF5-0E44-D0DD-FA13-73A2A05AAE7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E705C066-DB8C-AC59-2E92-02FA5C0279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{Q6_400}</a:t>
            </a:r>
            <a:endParaRPr dirty="0"/>
          </a:p>
        </p:txBody>
      </p:sp>
      <p:sp>
        <p:nvSpPr>
          <p:cNvPr id="434" name="Google Shape;434;p4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{CATEGORY_6}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B75D59FE-8FBC-DEC8-5E19-35F15087BA85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2CFDF606-EE16-87B2-9D78-129BA0D4E699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C8C23E1A-45AB-01B8-675F-0102135DB977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57540EFA-D5DE-E255-C484-182EFD4A19DE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8432E4E4-4ED3-3BD5-AA48-07AE1D40640E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9791123C-E79C-7000-24DA-61F6AE0D7FAE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A1DED42C-17D1-7B49-DEA2-CC967ECFD6E2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548A68A5-A605-CF72-1936-B041D75FEC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{Q6_600}</a:t>
            </a:r>
            <a:endParaRPr dirty="0"/>
          </a:p>
        </p:txBody>
      </p:sp>
      <p:sp>
        <p:nvSpPr>
          <p:cNvPr id="440" name="Google Shape;440;p4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{CATEGORY_6}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C3139568-A71B-B915-8264-0BD1FAF58C6F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2AD893AC-302D-8EE8-63EF-9A53290835A2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CFFA4AC9-FE04-5C35-D801-918E9640C6AE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CF4A9747-846A-1FC4-FD0F-05ACDFFFACE8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7971D526-D673-2863-8310-30EB3D85F538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8BDF3764-12DB-B953-A39E-57ED5BB4D59C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204338EC-E7B3-A979-9729-C4497A18C1DB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629311C8-D3A0-B048-1931-BBCD57DC87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{Q6_800}</a:t>
            </a:r>
            <a:endParaRPr dirty="0"/>
          </a:p>
        </p:txBody>
      </p:sp>
      <p:sp>
        <p:nvSpPr>
          <p:cNvPr id="446" name="Google Shape;446;p4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{CATEGORY_6}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28D3B8DA-81E5-C826-9C93-913069458D9B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4EC8D33A-534E-E7B1-A3B5-CEF7FB7CA556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58A4646B-B077-9B1F-47B1-5E6E0067F468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EAF9037F-8C86-0B66-8166-A86A51427229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22E158CF-5511-76FC-5187-540FF0B3427A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2A4FA578-F526-3A01-0D48-2DD10437FE01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701D6405-8E64-30EF-E6B2-24E170F9AF23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19D687EC-BF35-D2C9-C582-A72C66AF01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{Q6_1000}</a:t>
            </a:r>
            <a:endParaRPr dirty="0"/>
          </a:p>
        </p:txBody>
      </p:sp>
      <p:sp>
        <p:nvSpPr>
          <p:cNvPr id="452" name="Google Shape;452;p4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{CATEGORY_6}</a:t>
            </a:r>
            <a:r>
              <a:rPr lang="en" dirty="0"/>
              <a:t> · </a:t>
            </a:r>
            <a:r>
              <a:rPr lang="en" dirty="0">
                <a:solidFill>
                  <a:srgbClr val="FFC319"/>
                </a:solidFill>
              </a:rPr>
              <a:t>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imerBox">
            <a:extLst>
              <a:ext uri="{FF2B5EF4-FFF2-40B4-BE49-F238E27FC236}">
                <a16:creationId xmlns:a16="http://schemas.microsoft.com/office/drawing/2014/main" id="{46EDB542-AA13-F96F-C4B8-DD74D6CF8EF6}"/>
              </a:ext>
            </a:extLst>
          </p:cNvPr>
          <p:cNvSpPr/>
          <p:nvPr/>
        </p:nvSpPr>
        <p:spPr>
          <a:xfrm>
            <a:off x="4378976" y="4662834"/>
            <a:ext cx="386047" cy="480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unt5">
            <a:extLst>
              <a:ext uri="{FF2B5EF4-FFF2-40B4-BE49-F238E27FC236}">
                <a16:creationId xmlns:a16="http://schemas.microsoft.com/office/drawing/2014/main" id="{DC8D7C4B-7A0F-2A4F-FE07-BD7317CF286D}"/>
              </a:ext>
            </a:extLst>
          </p:cNvPr>
          <p:cNvSpPr txBox="1"/>
          <p:nvPr/>
        </p:nvSpPr>
        <p:spPr>
          <a:xfrm>
            <a:off x="4429973" y="47492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" name="Count4">
            <a:extLst>
              <a:ext uri="{FF2B5EF4-FFF2-40B4-BE49-F238E27FC236}">
                <a16:creationId xmlns:a16="http://schemas.microsoft.com/office/drawing/2014/main" id="{0821FF90-02A8-B2FF-AF00-3AC1B01FCD99}"/>
              </a:ext>
            </a:extLst>
          </p:cNvPr>
          <p:cNvSpPr txBox="1"/>
          <p:nvPr/>
        </p:nvSpPr>
        <p:spPr>
          <a:xfrm>
            <a:off x="4429973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5" name="Count3">
            <a:extLst>
              <a:ext uri="{FF2B5EF4-FFF2-40B4-BE49-F238E27FC236}">
                <a16:creationId xmlns:a16="http://schemas.microsoft.com/office/drawing/2014/main" id="{565AE719-005C-F02E-ED42-49337A558D1F}"/>
              </a:ext>
            </a:extLst>
          </p:cNvPr>
          <p:cNvSpPr txBox="1"/>
          <p:nvPr/>
        </p:nvSpPr>
        <p:spPr>
          <a:xfrm>
            <a:off x="4429973" y="474927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" name="Count2">
            <a:extLst>
              <a:ext uri="{FF2B5EF4-FFF2-40B4-BE49-F238E27FC236}">
                <a16:creationId xmlns:a16="http://schemas.microsoft.com/office/drawing/2014/main" id="{533A2C36-22B9-2357-3E3F-24FE6C3A5AC4}"/>
              </a:ext>
            </a:extLst>
          </p:cNvPr>
          <p:cNvSpPr txBox="1"/>
          <p:nvPr/>
        </p:nvSpPr>
        <p:spPr>
          <a:xfrm>
            <a:off x="4436474" y="474927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7" name="Count1">
            <a:extLst>
              <a:ext uri="{FF2B5EF4-FFF2-40B4-BE49-F238E27FC236}">
                <a16:creationId xmlns:a16="http://schemas.microsoft.com/office/drawing/2014/main" id="{8292D37E-16D1-C8DD-6553-3C52781480FB}"/>
              </a:ext>
            </a:extLst>
          </p:cNvPr>
          <p:cNvSpPr txBox="1"/>
          <p:nvPr/>
        </p:nvSpPr>
        <p:spPr>
          <a:xfrm>
            <a:off x="4423472" y="47492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imeOut">
            <a:extLst>
              <a:ext uri="{FF2B5EF4-FFF2-40B4-BE49-F238E27FC236}">
                <a16:creationId xmlns:a16="http://schemas.microsoft.com/office/drawing/2014/main" id="{3FD41475-CD16-D8F4-89C8-35C4D75C7461}"/>
              </a:ext>
            </a:extLst>
          </p:cNvPr>
          <p:cNvSpPr/>
          <p:nvPr/>
        </p:nvSpPr>
        <p:spPr>
          <a:xfrm>
            <a:off x="4378975" y="4662834"/>
            <a:ext cx="386047" cy="480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imes-up">
            <a:hlinkClick r:id="" action="ppaction://media"/>
            <a:extLst>
              <a:ext uri="{FF2B5EF4-FFF2-40B4-BE49-F238E27FC236}">
                <a16:creationId xmlns:a16="http://schemas.microsoft.com/office/drawing/2014/main" id="{D03940D9-6A06-AA00-BCAE-97A2CB784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40281" y="4746282"/>
            <a:ext cx="310770" cy="31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2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3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3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8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Special thanks to all the people who made and released these awesome resources for free: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➢"/>
            </a:pPr>
            <a:r>
              <a:rPr lang="en" sz="2400" dirty="0"/>
              <a:t>Presentation template by </a:t>
            </a:r>
            <a:r>
              <a:rPr lang="en" sz="2400" u="sng" dirty="0">
                <a:solidFill>
                  <a:schemeClr val="hlink"/>
                </a:solidFill>
                <a:hlinkClick r:id="rId3"/>
              </a:rPr>
              <a:t>SlidesCarnival</a:t>
            </a:r>
            <a:endParaRPr lang="en" sz="2400" u="sng" dirty="0">
              <a:solidFill>
                <a:schemeClr val="hlink"/>
              </a:solidFill>
            </a:endParaRPr>
          </a:p>
        </p:txBody>
      </p:sp>
      <p:sp>
        <p:nvSpPr>
          <p:cNvPr id="464" name="Google Shape;464;p4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470" name="Google Shape;470;p50"/>
          <p:cNvSpPr txBox="1">
            <a:spLocks noGrp="1"/>
          </p:cNvSpPr>
          <p:nvPr>
            <p:ph type="body" idx="1"/>
          </p:nvPr>
        </p:nvSpPr>
        <p:spPr>
          <a:xfrm>
            <a:off x="1022525" y="1475824"/>
            <a:ext cx="7098900" cy="21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Titles: Bebas Neue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Body copy: Della Respira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Download for free at:</a:t>
            </a:r>
            <a:br>
              <a:rPr lang="en" sz="1800"/>
            </a:br>
            <a:r>
              <a:rPr lang="en" sz="1800" u="sng">
                <a:solidFill>
                  <a:schemeClr val="hlink"/>
                </a:solidFill>
                <a:hlinkClick r:id="rId3"/>
              </a:rPr>
              <a:t>https://www.fontsquirrel.com/fonts/bebas-neue</a:t>
            </a:r>
            <a:br>
              <a:rPr lang="en" sz="1800"/>
            </a:br>
            <a:r>
              <a:rPr lang="en" sz="1800" u="sng">
                <a:solidFill>
                  <a:schemeClr val="hlink"/>
                </a:solidFill>
                <a:hlinkClick r:id="rId4"/>
              </a:rPr>
              <a:t>https://www.1001fonts.com/della-respira-font.html</a:t>
            </a:r>
            <a:br>
              <a:rPr lang="en" sz="1800"/>
            </a:br>
            <a:endParaRPr sz="1800" b="1">
              <a:solidFill>
                <a:srgbClr val="3D85C6"/>
              </a:solidFill>
            </a:endParaRPr>
          </a:p>
        </p:txBody>
      </p:sp>
      <p:sp>
        <p:nvSpPr>
          <p:cNvPr id="471" name="Google Shape;471;p50"/>
          <p:cNvSpPr txBox="1"/>
          <p:nvPr/>
        </p:nvSpPr>
        <p:spPr>
          <a:xfrm>
            <a:off x="1022525" y="3714050"/>
            <a:ext cx="70989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472" name="Google Shape;472;p5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718</Words>
  <Application>Microsoft Office PowerPoint</Application>
  <PresentationFormat>On-screen Show (16:9)</PresentationFormat>
  <Paragraphs>290</Paragraphs>
  <Slides>35</Slides>
  <Notes>35</Notes>
  <HiddenSlides>0</HiddenSlides>
  <MMClips>30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Calibri</vt:lpstr>
      <vt:lpstr>Arial</vt:lpstr>
      <vt:lpstr>Della Respira</vt:lpstr>
      <vt:lpstr>Bebas Neue</vt:lpstr>
      <vt:lpstr>Jeoparty template</vt:lpstr>
      <vt:lpstr>This is Your Presentation Title</vt:lpstr>
      <vt:lpstr>Panel</vt:lpstr>
      <vt:lpstr>{Q1_200}</vt:lpstr>
      <vt:lpstr>{Q1_400}</vt:lpstr>
      <vt:lpstr>{Q1_600}</vt:lpstr>
      <vt:lpstr>{Q1_800}</vt:lpstr>
      <vt:lpstr>{Q1_1000}</vt:lpstr>
      <vt:lpstr>{Q2_200}</vt:lpstr>
      <vt:lpstr>{Q2_400}</vt:lpstr>
      <vt:lpstr>{Q2_600}</vt:lpstr>
      <vt:lpstr>{Q2_800}</vt:lpstr>
      <vt:lpstr>{Q2_1000}</vt:lpstr>
      <vt:lpstr>{Q3_200}</vt:lpstr>
      <vt:lpstr>{Q3_400}</vt:lpstr>
      <vt:lpstr>{Q3_600}</vt:lpstr>
      <vt:lpstr>{Q3_800}</vt:lpstr>
      <vt:lpstr>{Q3_1000}</vt:lpstr>
      <vt:lpstr>{Q4_200}</vt:lpstr>
      <vt:lpstr>{Q4_400}</vt:lpstr>
      <vt:lpstr>{Q4_600}</vt:lpstr>
      <vt:lpstr>{Q4_800}</vt:lpstr>
      <vt:lpstr>{Q4_1000}</vt:lpstr>
      <vt:lpstr>{Q5_200}</vt:lpstr>
      <vt:lpstr>{Q5_400}</vt:lpstr>
      <vt:lpstr>{Q5_600}</vt:lpstr>
      <vt:lpstr>{Q5_800}</vt:lpstr>
      <vt:lpstr>{Q5_1000}</vt:lpstr>
      <vt:lpstr>{Q6_200}</vt:lpstr>
      <vt:lpstr>{Q6_400}</vt:lpstr>
      <vt:lpstr>{Q6_600}</vt:lpstr>
      <vt:lpstr>{Q6_800}</vt:lpstr>
      <vt:lpstr>{Q6_1000}</vt:lpstr>
      <vt:lpstr>PowerPoint Presentation</vt:lpstr>
      <vt:lpstr>Credits</vt:lpstr>
      <vt:lpstr>Presentation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Kyle Stubblefield</dc:creator>
  <cp:lastModifiedBy>Kyle Stubblefield</cp:lastModifiedBy>
  <cp:revision>7</cp:revision>
  <dcterms:modified xsi:type="dcterms:W3CDTF">2025-11-10T18:08:37Z</dcterms:modified>
</cp:coreProperties>
</file>